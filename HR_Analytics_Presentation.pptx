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50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1051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Bahnschrift SemiBold" panose="020B0502040204020203" pitchFamily="34" charset="0"/>
                <a:ea typeface="Cambria" pitchFamily="34" charset="-122"/>
                <a:cs typeface="Cambria" pitchFamily="34" charset="-120"/>
              </a:rPr>
              <a:t>HR Analytics</a:t>
            </a:r>
            <a:endParaRPr lang="en-US" sz="5200" dirty="0">
              <a:latin typeface="Bahnschrift SemiBold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interactive dashboard analysing employee attrition,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satisfaction, and compensation across departments.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E3840"/>
          </a:solidFill>
          <a:ln w="12700">
            <a:solidFill>
              <a:srgbClr val="145A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Power Query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E3840"/>
          </a:solidFill>
          <a:ln w="12700">
            <a:solidFill>
              <a:srgbClr val="145A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CSV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E3840"/>
          </a:solidFill>
          <a:ln w="12700">
            <a:solidFill>
              <a:srgbClr val="145A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github.com/tobysta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9516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E3840"/>
          </a:solidFill>
          <a:ln w="12700">
            <a:solidFill>
              <a:srgbClr val="145A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 Khedkar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Project Overview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1" y="1508760"/>
            <a:ext cx="8686798" cy="1444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Analytics Dataset (CSV) from GitHub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Power BI with Power Query transformations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interactive dashboard tabs with 15+ visualisations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slicers: Department, Gender, Age Group, 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Employee Count, Avg Age, Monthly Income, Avg Working Hours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Attrition, Job Satisfaction, Compensation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6337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Problem Statement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3337110"/>
            <a:ext cx="8641080" cy="183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 siloed across spreadsheets — no single source of truth for workforce decisions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departments had above-average attrition rates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gaps between job roles and levels were invisible to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patterns across age groups were not tracked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 impact on attrition was unknown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lacked a compliance-ready workforce KPI view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Tabs &amp; Key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97480" cy="1657351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FA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Performance</a:t>
            </a:r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1"/>
            <a:ext cx="251460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Department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by Dept &amp; Gender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by Job Role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 by Dept &amp; Age Group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3246121"/>
            <a:ext cx="2697480" cy="1188718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FA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4972" y="2717717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275107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</a:p>
        </p:txBody>
      </p:sp>
      <p:sp>
        <p:nvSpPr>
          <p:cNvPr id="13" name="Text 11"/>
          <p:cNvSpPr/>
          <p:nvPr/>
        </p:nvSpPr>
        <p:spPr>
          <a:xfrm>
            <a:off x="3264408" y="3357797"/>
            <a:ext cx="2514600" cy="93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Involvement by Age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Environment Satisfaction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Distribution by Job Level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by Marital Status &amp; Gender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922149"/>
            <a:ext cx="2697480" cy="1649601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FA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914400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025896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Analysis</a:t>
            </a:r>
          </a:p>
        </p:txBody>
      </p:sp>
      <p:sp>
        <p:nvSpPr>
          <p:cNvPr id="17" name="Text 15"/>
          <p:cNvSpPr/>
          <p:nvPr/>
        </p:nvSpPr>
        <p:spPr>
          <a:xfrm>
            <a:off x="6117336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17336" y="1417320"/>
            <a:ext cx="25146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Income Distribution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by Job Role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by Salary Slab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by Job Level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572000"/>
            <a:ext cx="850392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Visualisations  •  3 Dashboard Tabs  •  5 KPI Cards  •  4 Dynamic Slicers  •  Dept · Gender · Age Group · 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Power BI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0E3840"/>
          </a:solidFill>
          <a:ln w="12700">
            <a:solidFill>
              <a:srgbClr val="145A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 Target High-Attrition Depts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847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departments with attrition above average. Initiate structured exit interviews and workload balancing interventions immediately.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0E3840"/>
          </a:solidFill>
          <a:ln w="12700">
            <a:solidFill>
              <a:srgbClr val="145A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💰  Compensation Equity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9472" y="1847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by Job Role visualization surfaces pay disparities. HR should conduct a gender + level pay audit and realign salary slabs quarterly.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0E3840"/>
          </a:solidFill>
          <a:ln w="12700">
            <a:solidFill>
              <a:srgbClr val="145A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81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😊  Satisfaction-Driven 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4472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satisfaction scores in specific age groups signal engagement gaps. Introduce mentorship for early-career staff and flexibility for senior staff.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97180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0E3840"/>
          </a:solidFill>
          <a:ln w="12700">
            <a:solidFill>
              <a:srgbClr val="145A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3081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Expand to Real-Time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34472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live HRIS (Workday / BambooHR) via API. Replace static CSV with refreshable data for always-current workforce KPIs.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github.com/tobysta/HR-Analytics-Project  •  Manas Khedkar  •  Data Analyst Portfolio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386</Words>
  <Application>Microsoft Office PowerPoint</Application>
  <PresentationFormat>On-screen Show (16:9)</PresentationFormat>
  <Paragraphs>59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Bahnschrift SemiBold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Power BI Dashboard</dc:title>
  <dc:subject>PptxGenJS Presentation</dc:subject>
  <dc:creator>PptxGenJS</dc:creator>
  <cp:lastModifiedBy>Manas Khedkar</cp:lastModifiedBy>
  <cp:revision>3</cp:revision>
  <dcterms:created xsi:type="dcterms:W3CDTF">2026-07-07T10:15:24Z</dcterms:created>
  <dcterms:modified xsi:type="dcterms:W3CDTF">2026-07-07T16:38:02Z</dcterms:modified>
</cp:coreProperties>
</file>